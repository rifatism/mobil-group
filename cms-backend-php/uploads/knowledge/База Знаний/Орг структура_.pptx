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OTN3Whz5wmd+sN4t7zbRBoMGs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35b0e8f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735b0e8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C6C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9735b0e8ff_0_6" title="Диаграмма без названия.drawio (5).png"/>
          <p:cNvPicPr preferRelativeResize="0"/>
          <p:nvPr/>
        </p:nvPicPr>
        <p:blipFill rotWithShape="1">
          <a:blip r:embed="rId3">
            <a:alphaModFix/>
          </a:blip>
          <a:srcRect b="21677" l="20128" r="14564" t="8777"/>
          <a:stretch/>
        </p:blipFill>
        <p:spPr>
          <a:xfrm>
            <a:off x="1749674" y="0"/>
            <a:ext cx="8585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ерая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2025-12-16T10:13:33Z</dcterms:created>
  <dc:creator>User</dc:creator>
</cp:coreProperties>
</file>